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1625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3AD05B-4F9A-4933-B746-C1B2763F8CB5}" v="16" dt="2025-12-12T13:20:43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4660"/>
  </p:normalViewPr>
  <p:slideViewPr>
    <p:cSldViewPr snapToGrid="0">
      <p:cViewPr>
        <p:scale>
          <a:sx n="60" d="100"/>
          <a:sy n="60" d="100"/>
        </p:scale>
        <p:origin x="1474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60416"/>
            <a:ext cx="10363200" cy="5659496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538164"/>
            <a:ext cx="9144000" cy="392476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22A55-F323-438C-BA4D-028BC33C42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AD23-A046-4425-8216-394A70735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32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22A55-F323-438C-BA4D-028BC33C42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AD23-A046-4425-8216-394A70735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0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052716"/>
            <a:ext cx="10515600" cy="676204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878731"/>
            <a:ext cx="10515600" cy="3555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22A55-F323-438C-BA4D-028BC33C42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AD23-A046-4425-8216-394A70735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63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327407"/>
            <a:ext cx="5181600" cy="10314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327407"/>
            <a:ext cx="5181600" cy="10314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22A55-F323-438C-BA4D-028BC33C42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AD23-A046-4425-8216-394A70735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62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5485"/>
            <a:ext cx="10515600" cy="31420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984979"/>
            <a:ext cx="5157787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937956"/>
            <a:ext cx="5157787" cy="873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984979"/>
            <a:ext cx="5183188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937956"/>
            <a:ext cx="5183188" cy="873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22A55-F323-438C-BA4D-028BC33C42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AD23-A046-4425-8216-394A70735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5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22A55-F323-438C-BA4D-028BC33C42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AD23-A046-4425-8216-394A70735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87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22A55-F323-438C-BA4D-028BC33C42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AD23-A046-4425-8216-394A70735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961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340567"/>
            <a:ext cx="6172200" cy="1155229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22A55-F323-438C-BA4D-028BC33C42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AD23-A046-4425-8216-394A70735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32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340567"/>
            <a:ext cx="6172200" cy="1155229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22A55-F323-438C-BA4D-028BC33C42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AD23-A046-4425-8216-394A70735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42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22A55-F323-438C-BA4D-028BC33C42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AD23-A046-4425-8216-394A70735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16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65481"/>
            <a:ext cx="2628900" cy="1377620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65481"/>
            <a:ext cx="7734300" cy="137762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22A55-F323-438C-BA4D-028BC33C42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AD23-A046-4425-8216-394A70735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36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65485"/>
            <a:ext cx="10515600" cy="314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327407"/>
            <a:ext cx="10515600" cy="10314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F22A55-F323-438C-BA4D-028BC33C427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5066908"/>
            <a:ext cx="41148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8AD23-A046-4425-8216-394A70735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71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3ABEC43-0BA4-733D-2910-03D57B19723E}"/>
              </a:ext>
            </a:extLst>
          </p:cNvPr>
          <p:cNvSpPr txBox="1"/>
          <p:nvPr/>
        </p:nvSpPr>
        <p:spPr>
          <a:xfrm>
            <a:off x="775855" y="942109"/>
            <a:ext cx="10751127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seal-enterprises-site/</a:t>
            </a:r>
          </a:p>
          <a:p>
            <a:endParaRPr lang="en-US" dirty="0"/>
          </a:p>
          <a:p>
            <a:r>
              <a:rPr lang="en-US" dirty="0"/>
              <a:t>	index.html                  	# Homepage</a:t>
            </a:r>
          </a:p>
          <a:p>
            <a:r>
              <a:rPr lang="en-US" dirty="0"/>
              <a:t>	retirees.html                	# Retirees segment page</a:t>
            </a:r>
          </a:p>
          <a:p>
            <a:r>
              <a:rPr lang="en-US" dirty="0"/>
              <a:t>	families.html                	# Families segment page</a:t>
            </a:r>
          </a:p>
          <a:p>
            <a:r>
              <a:rPr lang="en-US" dirty="0"/>
              <a:t>	groups.html                  	# Affinity Groups page</a:t>
            </a:r>
          </a:p>
          <a:p>
            <a:r>
              <a:rPr lang="en-US" dirty="0"/>
              <a:t>	incentives.html              	# Incentive Travel page</a:t>
            </a:r>
          </a:p>
          <a:p>
            <a:r>
              <a:rPr lang="en-US" dirty="0"/>
              <a:t>	how-it-works.html         	# Planning process page</a:t>
            </a:r>
          </a:p>
          <a:p>
            <a:r>
              <a:rPr lang="en-US" dirty="0"/>
              <a:t>	about.html                   	# About SEAL</a:t>
            </a:r>
          </a:p>
          <a:p>
            <a:r>
              <a:rPr lang="en-US" dirty="0"/>
              <a:t>	resources.html               	# Blog + guides</a:t>
            </a:r>
          </a:p>
          <a:p>
            <a:r>
              <a:rPr lang="en-US" dirty="0"/>
              <a:t>	contact.html                 	# Contact / Consult page</a:t>
            </a:r>
          </a:p>
          <a:p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css</a:t>
            </a:r>
            <a:r>
              <a:rPr lang="en-US" dirty="0"/>
              <a:t>/</a:t>
            </a:r>
          </a:p>
          <a:p>
            <a:r>
              <a:rPr lang="en-US" dirty="0"/>
              <a:t>		styles.css               	# Global + page-specific styles</a:t>
            </a:r>
          </a:p>
          <a:p>
            <a:endParaRPr lang="en-US" dirty="0"/>
          </a:p>
          <a:p>
            <a:r>
              <a:rPr lang="en-US" dirty="0"/>
              <a:t>	components/</a:t>
            </a:r>
          </a:p>
          <a:p>
            <a:r>
              <a:rPr lang="en-US" dirty="0"/>
              <a:t> 		library.html             	# Reusable UI snippets (buttons, cards, grids, hero)</a:t>
            </a:r>
          </a:p>
          <a:p>
            <a:endParaRPr lang="en-US" dirty="0"/>
          </a:p>
          <a:p>
            <a:r>
              <a:rPr lang="en-US" dirty="0"/>
              <a:t>	docs/</a:t>
            </a:r>
          </a:p>
          <a:p>
            <a:r>
              <a:rPr lang="en-US" dirty="0"/>
              <a:t>		brand-guide.md 	# Style guide (colors, fonts, spacing, tone)</a:t>
            </a:r>
          </a:p>
          <a:p>
            <a:endParaRPr lang="en-US" dirty="0"/>
          </a:p>
          <a:p>
            <a:r>
              <a:rPr lang="en-US" dirty="0"/>
              <a:t>	images/</a:t>
            </a:r>
          </a:p>
          <a:p>
            <a:r>
              <a:rPr lang="en-US" dirty="0"/>
              <a:t>		seal-logo-horizontal.png</a:t>
            </a:r>
          </a:p>
          <a:p>
            <a:r>
              <a:rPr lang="en-US" dirty="0"/>
              <a:t>		hero-horizon.jpg</a:t>
            </a:r>
          </a:p>
          <a:p>
            <a:r>
              <a:rPr lang="en-US" dirty="0"/>
              <a:t>		retirees-hero.jpg</a:t>
            </a:r>
          </a:p>
          <a:p>
            <a:r>
              <a:rPr lang="en-US" dirty="0"/>
              <a:t>		families-hero.jpg</a:t>
            </a:r>
          </a:p>
          <a:p>
            <a:r>
              <a:rPr lang="en-US" dirty="0"/>
              <a:t>		groups-hero.jpg</a:t>
            </a:r>
          </a:p>
          <a:p>
            <a:pPr lvl="1"/>
            <a:r>
              <a:rPr lang="en-US" dirty="0"/>
              <a:t>	incentives-hero.jpg</a:t>
            </a:r>
          </a:p>
          <a:p>
            <a:pPr lvl="1"/>
            <a:r>
              <a:rPr lang="en-US" dirty="0"/>
              <a:t>	about-hero.jpg</a:t>
            </a:r>
          </a:p>
          <a:p>
            <a:pPr lvl="1"/>
            <a:r>
              <a:rPr lang="en-US" dirty="0"/>
              <a:t>	resources-hero.jpg</a:t>
            </a:r>
          </a:p>
          <a:p>
            <a:pPr lvl="1"/>
            <a:r>
              <a:rPr lang="en-US" dirty="0"/>
              <a:t>	contact-hero.jpg</a:t>
            </a:r>
          </a:p>
          <a:p>
            <a:pPr lvl="1"/>
            <a:r>
              <a:rPr lang="en-US" dirty="0"/>
              <a:t>	cruise-carousel-1.jpg, etc.</a:t>
            </a:r>
          </a:p>
          <a:p>
            <a:endParaRPr lang="en-US" dirty="0"/>
          </a:p>
          <a:p>
            <a:r>
              <a:rPr lang="en-US" dirty="0"/>
              <a:t>	icons/</a:t>
            </a:r>
          </a:p>
          <a:p>
            <a:pPr lvl="1"/>
            <a:r>
              <a:rPr lang="en-US" dirty="0"/>
              <a:t>	</a:t>
            </a:r>
            <a:r>
              <a:rPr lang="en-US" dirty="0" err="1"/>
              <a:t>facebook.svg</a:t>
            </a:r>
            <a:endParaRPr lang="en-US" dirty="0"/>
          </a:p>
          <a:p>
            <a:pPr lvl="1"/>
            <a:r>
              <a:rPr lang="en-US" dirty="0"/>
              <a:t>	</a:t>
            </a:r>
            <a:r>
              <a:rPr lang="en-US" dirty="0" err="1"/>
              <a:t>instagram.svg</a:t>
            </a:r>
            <a:endParaRPr lang="en-US" dirty="0"/>
          </a:p>
          <a:p>
            <a:pPr lvl="1"/>
            <a:r>
              <a:rPr lang="en-US" dirty="0"/>
              <a:t>	</a:t>
            </a:r>
            <a:r>
              <a:rPr lang="en-US" dirty="0" err="1"/>
              <a:t>linkedin.svg</a:t>
            </a:r>
            <a:endParaRPr lang="en-US" dirty="0"/>
          </a:p>
          <a:p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js</a:t>
            </a:r>
            <a:r>
              <a:rPr lang="en-US" dirty="0"/>
              <a:t>/</a:t>
            </a:r>
          </a:p>
          <a:p>
            <a:r>
              <a:rPr lang="en-US" dirty="0"/>
              <a:t>		main.js            		# Optional scripts (carousel, form validation)</a:t>
            </a:r>
          </a:p>
          <a:p>
            <a:endParaRPr lang="en-US" dirty="0"/>
          </a:p>
          <a:p>
            <a:r>
              <a:rPr lang="en-US" dirty="0"/>
              <a:t>	README.md                	# Documentation for collaborators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E08B98-75C8-7637-38B5-C3C523D5EEBC}"/>
              </a:ext>
            </a:extLst>
          </p:cNvPr>
          <p:cNvCxnSpPr>
            <a:cxnSpLocks/>
          </p:cNvCxnSpPr>
          <p:nvPr/>
        </p:nvCxnSpPr>
        <p:spPr>
          <a:xfrm>
            <a:off x="927100" y="1282700"/>
            <a:ext cx="0" cy="110673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429FAB6-8C09-301A-F2AB-898286275B0E}"/>
              </a:ext>
            </a:extLst>
          </p:cNvPr>
          <p:cNvCxnSpPr>
            <a:cxnSpLocks/>
          </p:cNvCxnSpPr>
          <p:nvPr/>
        </p:nvCxnSpPr>
        <p:spPr>
          <a:xfrm>
            <a:off x="927100" y="1714500"/>
            <a:ext cx="342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652444-C0B7-10E6-A558-1E67E88C9B64}"/>
              </a:ext>
            </a:extLst>
          </p:cNvPr>
          <p:cNvCxnSpPr>
            <a:cxnSpLocks/>
          </p:cNvCxnSpPr>
          <p:nvPr/>
        </p:nvCxnSpPr>
        <p:spPr>
          <a:xfrm>
            <a:off x="927100" y="1969911"/>
            <a:ext cx="342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D6C5A8-5FCE-6FF0-26C0-15830B63C813}"/>
              </a:ext>
            </a:extLst>
          </p:cNvPr>
          <p:cNvCxnSpPr>
            <a:cxnSpLocks/>
          </p:cNvCxnSpPr>
          <p:nvPr/>
        </p:nvCxnSpPr>
        <p:spPr>
          <a:xfrm>
            <a:off x="927100" y="2238022"/>
            <a:ext cx="342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6248208-28E1-7BA2-3688-C94F6A94560A}"/>
              </a:ext>
            </a:extLst>
          </p:cNvPr>
          <p:cNvCxnSpPr>
            <a:cxnSpLocks/>
          </p:cNvCxnSpPr>
          <p:nvPr/>
        </p:nvCxnSpPr>
        <p:spPr>
          <a:xfrm>
            <a:off x="927100" y="2518833"/>
            <a:ext cx="342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726144-BABD-A6C6-4143-0B7FBAF5B1DB}"/>
              </a:ext>
            </a:extLst>
          </p:cNvPr>
          <p:cNvCxnSpPr>
            <a:cxnSpLocks/>
          </p:cNvCxnSpPr>
          <p:nvPr/>
        </p:nvCxnSpPr>
        <p:spPr>
          <a:xfrm>
            <a:off x="927100" y="4488744"/>
            <a:ext cx="342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3DF4D5-B6D7-DD4B-799A-B080E599C362}"/>
              </a:ext>
            </a:extLst>
          </p:cNvPr>
          <p:cNvCxnSpPr>
            <a:cxnSpLocks/>
          </p:cNvCxnSpPr>
          <p:nvPr/>
        </p:nvCxnSpPr>
        <p:spPr>
          <a:xfrm>
            <a:off x="927100" y="2775655"/>
            <a:ext cx="342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A1133B5-937F-26DE-CA9B-B944B59CE779}"/>
              </a:ext>
            </a:extLst>
          </p:cNvPr>
          <p:cNvCxnSpPr>
            <a:cxnSpLocks/>
          </p:cNvCxnSpPr>
          <p:nvPr/>
        </p:nvCxnSpPr>
        <p:spPr>
          <a:xfrm>
            <a:off x="927100" y="3056466"/>
            <a:ext cx="342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E160E3-0AF7-CD40-E233-8632F90B94FF}"/>
              </a:ext>
            </a:extLst>
          </p:cNvPr>
          <p:cNvCxnSpPr>
            <a:cxnSpLocks/>
          </p:cNvCxnSpPr>
          <p:nvPr/>
        </p:nvCxnSpPr>
        <p:spPr>
          <a:xfrm>
            <a:off x="927100" y="3324577"/>
            <a:ext cx="342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1972525-3339-B09F-B58D-52046194A007}"/>
              </a:ext>
            </a:extLst>
          </p:cNvPr>
          <p:cNvCxnSpPr>
            <a:cxnSpLocks/>
          </p:cNvCxnSpPr>
          <p:nvPr/>
        </p:nvCxnSpPr>
        <p:spPr>
          <a:xfrm>
            <a:off x="927100" y="3579988"/>
            <a:ext cx="342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A7C02D-CE07-C8CF-0893-2708BE5E33F3}"/>
              </a:ext>
            </a:extLst>
          </p:cNvPr>
          <p:cNvCxnSpPr/>
          <p:nvPr/>
        </p:nvCxnSpPr>
        <p:spPr>
          <a:xfrm>
            <a:off x="2298700" y="3086100"/>
            <a:ext cx="342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A40996C-B30A-F202-F276-84B885BEA87D}"/>
              </a:ext>
            </a:extLst>
          </p:cNvPr>
          <p:cNvCxnSpPr>
            <a:cxnSpLocks/>
          </p:cNvCxnSpPr>
          <p:nvPr/>
        </p:nvCxnSpPr>
        <p:spPr>
          <a:xfrm>
            <a:off x="927100" y="3898900"/>
            <a:ext cx="342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BEA2EFA-4C12-AEC5-FAF2-B8E11B2B6BC8}"/>
              </a:ext>
            </a:extLst>
          </p:cNvPr>
          <p:cNvCxnSpPr>
            <a:cxnSpLocks/>
          </p:cNvCxnSpPr>
          <p:nvPr/>
        </p:nvCxnSpPr>
        <p:spPr>
          <a:xfrm>
            <a:off x="927100" y="10178344"/>
            <a:ext cx="342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BF624D2-CFE5-E3AA-FB25-9CC1B7178D2C}"/>
              </a:ext>
            </a:extLst>
          </p:cNvPr>
          <p:cNvCxnSpPr>
            <a:cxnSpLocks/>
          </p:cNvCxnSpPr>
          <p:nvPr/>
        </p:nvCxnSpPr>
        <p:spPr>
          <a:xfrm>
            <a:off x="927100" y="6876344"/>
            <a:ext cx="342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559678-0EAE-644B-1E6F-520E342F0C8F}"/>
              </a:ext>
            </a:extLst>
          </p:cNvPr>
          <p:cNvCxnSpPr>
            <a:cxnSpLocks/>
          </p:cNvCxnSpPr>
          <p:nvPr/>
        </p:nvCxnSpPr>
        <p:spPr>
          <a:xfrm>
            <a:off x="927100" y="6088944"/>
            <a:ext cx="342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D19BBB7-DAB1-45EF-C038-6B914FF0161A}"/>
              </a:ext>
            </a:extLst>
          </p:cNvPr>
          <p:cNvCxnSpPr>
            <a:cxnSpLocks/>
          </p:cNvCxnSpPr>
          <p:nvPr/>
        </p:nvCxnSpPr>
        <p:spPr>
          <a:xfrm>
            <a:off x="927100" y="5276144"/>
            <a:ext cx="342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6585E72-6215-867F-A501-F2ADE20BDAD1}"/>
              </a:ext>
            </a:extLst>
          </p:cNvPr>
          <p:cNvCxnSpPr>
            <a:cxnSpLocks/>
          </p:cNvCxnSpPr>
          <p:nvPr/>
        </p:nvCxnSpPr>
        <p:spPr>
          <a:xfrm>
            <a:off x="927100" y="11588044"/>
            <a:ext cx="342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1C1CAF8-3CEC-4CBE-591F-D1F9B6D35D2B}"/>
              </a:ext>
            </a:extLst>
          </p:cNvPr>
          <p:cNvCxnSpPr>
            <a:cxnSpLocks/>
          </p:cNvCxnSpPr>
          <p:nvPr/>
        </p:nvCxnSpPr>
        <p:spPr>
          <a:xfrm>
            <a:off x="927100" y="12350044"/>
            <a:ext cx="342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593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233</Words>
  <Application>Microsoft Office PowerPoint</Application>
  <PresentationFormat>Custom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Gregory Rhoney</dc:creator>
  <cp:lastModifiedBy>Gregory Rhoney</cp:lastModifiedBy>
  <cp:revision>2</cp:revision>
  <dcterms:created xsi:type="dcterms:W3CDTF">2025-12-12T13:02:58Z</dcterms:created>
  <dcterms:modified xsi:type="dcterms:W3CDTF">2025-12-12T13:22:18Z</dcterms:modified>
</cp:coreProperties>
</file>